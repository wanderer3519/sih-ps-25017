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SguNgbgnk7vf/u93cZUanlLGW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694151" y="1129170"/>
            <a:ext cx="80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1177425" y="188674"/>
            <a:ext cx="9399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07075" y="1715875"/>
            <a:ext cx="51834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40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•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Statement ID – SIH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25017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•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Title- Digital Platform for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alumni management and engagement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•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Theme-Smart E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ducation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•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 Category- Software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•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Name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-1" y="206492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b="1" lang="en-US" sz="32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5" name="Google Shape;105;p2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609600" y="2533653"/>
            <a:ext cx="93853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5" name="Google Shape;115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17" name="Google Shape;117;p3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overcoming these challenges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29" name="Google Shape;129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39" name="Google Shape;1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41" name="Google Shape;141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3" name="Google Shape;153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www.sih.gov.in/img1/SIH-Logo.png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885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www.sih.gov.in/img1/SIH-Logo.png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